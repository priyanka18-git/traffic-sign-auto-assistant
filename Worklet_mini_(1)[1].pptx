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72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0137" autoAdjust="0"/>
  </p:normalViewPr>
  <p:slideViewPr>
    <p:cSldViewPr snapToGrid="0">
      <p:cViewPr varScale="1">
        <p:scale>
          <a:sx n="80" d="100"/>
          <a:sy n="80" d="100"/>
        </p:scale>
        <p:origin x="1013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nka Budihal" userId="2dd2abd5e02a52ca" providerId="LiveId" clId="{A13C580C-DF6A-4DC7-B0B1-F5820A25CDE5}"/>
    <pc:docChg chg="modSld">
      <pc:chgData name="Priyanka Budihal" userId="2dd2abd5e02a52ca" providerId="LiveId" clId="{A13C580C-DF6A-4DC7-B0B1-F5820A25CDE5}" dt="2025-01-02T04:06:18.925" v="8" actId="20577"/>
      <pc:docMkLst>
        <pc:docMk/>
      </pc:docMkLst>
      <pc:sldChg chg="modSp mod">
        <pc:chgData name="Priyanka Budihal" userId="2dd2abd5e02a52ca" providerId="LiveId" clId="{A13C580C-DF6A-4DC7-B0B1-F5820A25CDE5}" dt="2025-01-02T04:06:18.925" v="8" actId="20577"/>
        <pc:sldMkLst>
          <pc:docMk/>
          <pc:sldMk cId="4289930294" sldId="729"/>
        </pc:sldMkLst>
        <pc:spChg chg="mod">
          <ac:chgData name="Priyanka Budihal" userId="2dd2abd5e02a52ca" providerId="LiveId" clId="{A13C580C-DF6A-4DC7-B0B1-F5820A25CDE5}" dt="2025-01-02T04:06:18.925" v="8" actId="20577"/>
          <ac:spMkLst>
            <pc:docMk/>
            <pc:sldMk cId="4289930294" sldId="729"/>
            <ac:spMk id="9" creationId="{6012AB5E-1560-712F-8183-68EF2537F3A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3346B9-B1D8-4CA3-9B2E-CB5F86EA991B}" type="datetimeFigureOut">
              <a:rPr lang="en-IN" smtClean="0"/>
              <a:pPr/>
              <a:t>02-01-2025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EA1AF2-4693-4FBE-A977-D1137A7E0DF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23142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FE10FCB-200C-2B43-9885-E5F441D2F037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6940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AFD2D-492A-76FF-F503-471561E55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A0D0B-37A3-2686-26D5-74ADA2190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15ABCA-A10E-FA9F-E6E4-D02F95538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DC05A6-F8D6-A346-9C2A-4A7D44F39E91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7168B9-FFE6-5E12-8B61-84554066C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5436A-FBA1-A000-1D73-03AB912E9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59A38A-0B35-3C43-B2F5-6FF920A61C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067766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FE4F3A-4D0E-9F76-6890-E6D8252ED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C6523-C644-67A7-7060-ACC0EFC6B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6A6099-ECA2-8562-4C1C-1F6AF58442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DC05A6-F8D6-A346-9C2A-4A7D44F39E91}" type="datetimeFigureOut">
              <a:rPr lang="en-US" smtClean="0"/>
              <a:pPr/>
              <a:t>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EA6DAC-A6E3-FCAD-0329-AAAC477B3D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AA460-0BE9-F550-4AFB-A615C071D6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59A38A-0B35-3C43-B2F5-6FF920A61CC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110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/>
          <p:cNvCxnSpPr/>
          <p:nvPr/>
        </p:nvCxnSpPr>
        <p:spPr>
          <a:xfrm>
            <a:off x="0" y="947312"/>
            <a:ext cx="1212884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" name="AutoShape 2" descr="Jawaharlal Nehru Medical College"/>
          <p:cNvSpPr>
            <a:spLocks noChangeAspect="1" noChangeArrowheads="1"/>
          </p:cNvSpPr>
          <p:nvPr/>
        </p:nvSpPr>
        <p:spPr bwMode="auto">
          <a:xfrm>
            <a:off x="155575" y="7419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AutoShape 5" descr="JNMC BELAGAVI - 2022 Admission Process, Ranking, Reviews, Affiliations"/>
          <p:cNvSpPr>
            <a:spLocks noChangeAspect="1" noChangeArrowheads="1"/>
          </p:cNvSpPr>
          <p:nvPr/>
        </p:nvSpPr>
        <p:spPr bwMode="auto">
          <a:xfrm>
            <a:off x="307975" y="226599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 sz="11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12AB5E-1560-712F-8183-68EF2537F3A0}"/>
              </a:ext>
            </a:extLst>
          </p:cNvPr>
          <p:cNvSpPr txBox="1"/>
          <p:nvPr/>
        </p:nvSpPr>
        <p:spPr>
          <a:xfrm>
            <a:off x="0" y="245957"/>
            <a:ext cx="875491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altLang="ko-KR" sz="16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Traffic Rules </a:t>
            </a:r>
            <a:r>
              <a:rPr lang="en-IN" altLang="ko-KR" sz="1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 Assistance</a:t>
            </a:r>
            <a:endParaRPr lang="ko-KR" altLang="en-US" sz="16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4604674-74FA-6307-56E7-2B8478ADF7C8}"/>
              </a:ext>
            </a:extLst>
          </p:cNvPr>
          <p:cNvSpPr txBox="1"/>
          <p:nvPr/>
        </p:nvSpPr>
        <p:spPr>
          <a:xfrm>
            <a:off x="50519" y="1959821"/>
            <a:ext cx="6297559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We aim to design a smart system that can detect and interpret road signs in real-time and convert detected text into voice alerts using a compact machine learning model. This system is optimized for portable devices, allowing it to operate independently on small, low-power hardware without requiring extensive computational resources.</a:t>
            </a:r>
            <a:endParaRPr lang="en-IN" sz="1200" dirty="0"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1D78AD-92C4-D411-5F9C-631F924F1AA2}"/>
              </a:ext>
            </a:extLst>
          </p:cNvPr>
          <p:cNvSpPr/>
          <p:nvPr/>
        </p:nvSpPr>
        <p:spPr>
          <a:xfrm>
            <a:off x="115516" y="2659167"/>
            <a:ext cx="608785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Deliverables :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road sign detection adaptable to large-scale road networks.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 false positives and improve classification accuracy for traffic signs.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accuracy for distant signs and complex backgrounds in autonomous driving.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accurate multi-class sign detection with reduced false positives.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BE5A2F-05FB-B929-8B2E-A621EB72DDCA}"/>
              </a:ext>
            </a:extLst>
          </p:cNvPr>
          <p:cNvSpPr txBox="1"/>
          <p:nvPr/>
        </p:nvSpPr>
        <p:spPr>
          <a:xfrm>
            <a:off x="96245" y="3811027"/>
            <a:ext cx="6087856" cy="1738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/ Pre-Requisites 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traffic rules and how to translate them into actionable algorithms.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image processing and object detection principles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of basic ML concepts, including supervised learning, model training, and evaluation metrics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C116B9C-F1E5-E24D-9D2F-D0E8A384333F}"/>
              </a:ext>
            </a:extLst>
          </p:cNvPr>
          <p:cNvSpPr txBox="1"/>
          <p:nvPr/>
        </p:nvSpPr>
        <p:spPr>
          <a:xfrm>
            <a:off x="144584" y="5232946"/>
            <a:ext cx="6058789" cy="133882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4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Starter Reference Material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https://youtu.be/UaNy53AnAQg?si=Imcemhx2Auy99uCj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https://youtu.be/bZIKVaD3dRk?si=LtaGxKY-ECPDdJ5Y</a:t>
            </a:r>
          </a:p>
          <a:p>
            <a:endParaRPr lang="en-US" sz="1300" b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611356" y="3836192"/>
            <a:ext cx="6463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Drivable</a:t>
            </a:r>
            <a:r>
              <a:rPr lang="en-US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IN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970733" y="5104333"/>
            <a:ext cx="2454318" cy="15465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amsungOne 800" panose="020B0903030303020204" pitchFamily="34" charset="0"/>
              <a:cs typeface="Times New Roman" panose="02020603050405020304" pitchFamily="18" charset="0"/>
            </a:endParaRP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Initiating project with team discussion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Explore   YOLO V5 ML technology and its applications.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 articles and online resources that will assist in understanding the project scope.</a:t>
            </a:r>
            <a:endParaRPr kumimoji="0" lang="en-IN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amsungOne 800" panose="020B09030303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8321579" y="5395845"/>
            <a:ext cx="2204698" cy="9925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05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amsungOne 800" panose="020B0903030303020204" pitchFamily="34" charset="0"/>
              <a:cs typeface="Times New Roman" panose="02020603050405020304" pitchFamily="18" charset="0"/>
            </a:endParaRPr>
          </a:p>
          <a:p>
            <a:pPr marL="171450" lvl="0" indent="-171450">
              <a:buFont typeface="Arial" panose="020B0604020202020204" pitchFamily="34" charset="0"/>
              <a:buChar char="•"/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Survey.</a:t>
            </a:r>
            <a:endParaRPr lang="en-US" sz="1200" dirty="0">
              <a:solidFill>
                <a:prstClr val="black"/>
              </a:solidFill>
              <a:latin typeface="Times New Roman" panose="02020603050405020304" pitchFamily="18" charset="0"/>
              <a:ea typeface="SamsungOne 800" panose="020B0903030303020204" pitchFamily="34" charset="0"/>
              <a:cs typeface="Times New Roman" panose="02020603050405020304" pitchFamily="18" charset="0"/>
            </a:endParaRP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  <a:t>Identifying the base paper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  <a:t>Training and Initial Testing</a:t>
            </a:r>
          </a:p>
          <a:p>
            <a:pPr marL="171450" marR="0" lvl="0" indent="-17145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solidFill>
                  <a:prstClr val="black"/>
                </a:solidFill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  <a:t>Selection of dataset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64180" y="5443346"/>
            <a:ext cx="1812263" cy="1469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7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amsungOne 800" panose="020B0903030303020204" pitchFamily="34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Conduct tests to evaluate its accuracy on sign detection.</a:t>
            </a:r>
            <a:br>
              <a:rPr kumimoji="0" lang="en-I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</a:b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amsungOne 800" panose="020B0903030303020204" pitchFamily="34" charset="0"/>
              <a:cs typeface="Times New Roman" panose="02020603050405020304" pitchFamily="18" charset="0"/>
            </a:endParaRP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  <a:t>Documentation and applying for contests 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amsungOne 800" panose="020B090303030302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SamsungOne 800" panose="020B0903030303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6413076" y="4516260"/>
            <a:ext cx="85946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  <a:t>Timeline</a:t>
            </a:r>
          </a:p>
        </p:txBody>
      </p:sp>
      <p:cxnSp>
        <p:nvCxnSpPr>
          <p:cNvPr id="47" name="Straight Connector 46"/>
          <p:cNvCxnSpPr>
            <a:cxnSpLocks/>
          </p:cNvCxnSpPr>
          <p:nvPr/>
        </p:nvCxnSpPr>
        <p:spPr>
          <a:xfrm flipV="1">
            <a:off x="6629950" y="5205414"/>
            <a:ext cx="4645381" cy="9403"/>
          </a:xfrm>
          <a:prstGeom prst="line">
            <a:avLst/>
          </a:prstGeom>
          <a:ln w="12700">
            <a:solidFill>
              <a:srgbClr val="B2B2B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8" name="Oval 47"/>
          <p:cNvSpPr/>
          <p:nvPr/>
        </p:nvSpPr>
        <p:spPr>
          <a:xfrm>
            <a:off x="6487710" y="5287281"/>
            <a:ext cx="142240" cy="142240"/>
          </a:xfrm>
          <a:prstGeom prst="ellipse">
            <a:avLst/>
          </a:prstGeom>
          <a:solidFill>
            <a:srgbClr val="2664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Oval 48"/>
          <p:cNvSpPr/>
          <p:nvPr/>
        </p:nvSpPr>
        <p:spPr>
          <a:xfrm>
            <a:off x="8754918" y="5324725"/>
            <a:ext cx="142240" cy="142240"/>
          </a:xfrm>
          <a:prstGeom prst="ellipse">
            <a:avLst/>
          </a:prstGeom>
          <a:solidFill>
            <a:srgbClr val="2664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Oval 49"/>
          <p:cNvSpPr/>
          <p:nvPr/>
        </p:nvSpPr>
        <p:spPr>
          <a:xfrm>
            <a:off x="11270312" y="5287281"/>
            <a:ext cx="142240" cy="142240"/>
          </a:xfrm>
          <a:prstGeom prst="ellipse">
            <a:avLst/>
          </a:prstGeom>
          <a:solidFill>
            <a:srgbClr val="2664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6373738" y="4912453"/>
            <a:ext cx="1032654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  <a:t>Kick Off </a:t>
            </a:r>
            <a:b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</a:b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  <a:t>&lt; 1</a:t>
            </a:r>
            <a:r>
              <a:rPr kumimoji="0" lang="en-IN" sz="11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  <a:t>st</a:t>
            </a: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  <a:t>  Month &gt;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471431" y="4894695"/>
            <a:ext cx="1395112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  <a:t>Milestone 1 </a:t>
            </a:r>
            <a:b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</a:b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  <a:t>&lt; 2</a:t>
            </a:r>
            <a:r>
              <a:rPr kumimoji="0" lang="en-IN" sz="11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  <a:t>nd</a:t>
            </a: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  <a:t> Month &gt;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526277" y="4894694"/>
            <a:ext cx="1408271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  <a:t>Milestone 2 </a:t>
            </a:r>
            <a:b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</a:b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  <a:t>&lt; 3</a:t>
            </a:r>
            <a:r>
              <a:rPr kumimoji="0" lang="en-IN" sz="11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  <a:t>rd</a:t>
            </a: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  <a:t> &amp; 4</a:t>
            </a:r>
            <a:r>
              <a:rPr kumimoji="0" lang="en-IN" sz="1100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  <a:t>th</a:t>
            </a:r>
            <a:r>
              <a:rPr kumimoji="0" lang="en-IN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SamsungOne 800" panose="020B0903030303020204" pitchFamily="34" charset="0"/>
                <a:cs typeface="Times New Roman" panose="02020603050405020304" pitchFamily="18" charset="0"/>
              </a:rPr>
              <a:t> Month 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7470" y="1072319"/>
            <a:ext cx="6099847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Context</a:t>
            </a:r>
            <a:r>
              <a:rPr lang="en-I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Traffic sign detection  involves creating a low-power, real-time system that recognizes and classifies traffic signs with minimal computational resources. This technology has applications in smart vehicles, traffic monitoring, and advanced driver-assistance systems (ADAS), with potential for future enhancements like real-time alerts </a:t>
            </a:r>
            <a:r>
              <a:rPr lang="en-US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72536" y="165678"/>
            <a:ext cx="2637375" cy="566040"/>
          </a:xfrm>
          <a:prstGeom prst="rect">
            <a:avLst/>
          </a:prstGeom>
        </p:spPr>
      </p:pic>
      <p:sp>
        <p:nvSpPr>
          <p:cNvPr id="38" name="TextBox 37">
            <a:extLst>
              <a:ext uri="{FF2B5EF4-FFF2-40B4-BE49-F238E27FC236}">
                <a16:creationId xmlns:a16="http://schemas.microsoft.com/office/drawing/2014/main" id="{6012AB5E-1560-712F-8183-68EF2537F3A0}"/>
              </a:ext>
            </a:extLst>
          </p:cNvPr>
          <p:cNvSpPr txBox="1"/>
          <p:nvPr/>
        </p:nvSpPr>
        <p:spPr>
          <a:xfrm>
            <a:off x="50519" y="598793"/>
            <a:ext cx="796953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altLang="ko-KR" sz="1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No:01        Roll Nos:40,32,52,54       SRNs: 02FE22BEC032, 02FE22BEC040 , 02FE22BEC054 , 02FE22BEC056 		</a:t>
            </a:r>
            <a:endParaRPr lang="ko-KR" altLang="en-US" sz="1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C8C8F426-AA0A-47B2-97AE-E40B33921625}"/>
              </a:ext>
            </a:extLst>
          </p:cNvPr>
          <p:cNvSpPr txBox="1"/>
          <p:nvPr/>
        </p:nvSpPr>
        <p:spPr>
          <a:xfrm>
            <a:off x="0" y="737550"/>
            <a:ext cx="10948195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altLang="ko-KR" sz="1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 </a:t>
            </a:r>
            <a:r>
              <a:rPr lang="en-IN" altLang="ko-KR" sz="12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Names:Nandeesh,Priyanshu,Priyanka,Jamuna</a:t>
            </a:r>
            <a:r>
              <a:rPr lang="en-IN" altLang="ko-KR" sz="1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Guide: Prof . Shridhar Iyer</a:t>
            </a:r>
            <a:endParaRPr lang="ko-KR" altLang="en-US" sz="12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 descr="A diagram of traffic signs&#10;&#10;Description automatically generated">
            <a:extLst>
              <a:ext uri="{FF2B5EF4-FFF2-40B4-BE49-F238E27FC236}">
                <a16:creationId xmlns:a16="http://schemas.microsoft.com/office/drawing/2014/main" id="{ED919637-CA5B-A14A-E813-2E4DF6CF8B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885" y="903476"/>
            <a:ext cx="5267539" cy="356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9930294"/>
      </p:ext>
    </p:extLst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11153</TotalTime>
  <Words>339</Words>
  <Application>Microsoft Office PowerPoint</Application>
  <PresentationFormat>Widescreen</PresentationFormat>
  <Paragraphs>43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Priyanka Budihal</cp:lastModifiedBy>
  <cp:revision>262</cp:revision>
  <dcterms:created xsi:type="dcterms:W3CDTF">2022-08-30T05:01:25Z</dcterms:created>
  <dcterms:modified xsi:type="dcterms:W3CDTF">2025-01-02T04:06:19Z</dcterms:modified>
</cp:coreProperties>
</file>